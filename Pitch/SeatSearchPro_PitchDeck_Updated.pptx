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SeatSearchPro Partnership Pitch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Discover the Power of Seamless Sports Ticket 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SeatSearchPro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SeatSearchPro is an all-in-one sports ticket comparison platform.</a:t>
            </a:r>
          </a:p>
          <a:p>
            <a:r>
              <a:t>Mission: To empower fans to find the best seats at the best price across all major resellers.</a:t>
            </a:r>
          </a:p>
          <a:p>
            <a:r>
              <a:t>Vision: To revolutionize the fan experience through transparency and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Fans struggle to compare prices across multiple ticket marketplaces.</a:t>
            </a:r>
          </a:p>
          <a:p>
            <a:r>
              <a:t>Fragmented buying experience leads to confusion and missed deals.</a:t>
            </a:r>
          </a:p>
          <a:p>
            <a:r>
              <a:t>Lack of transparency in ticket pricing and availability.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sports ticket search across multiple secondary marketplaces.</a:t>
            </a:r>
          </a:p>
          <a:p>
            <a:r>
              <a:t>Instant access to team schedules and available tickets.</a:t>
            </a:r>
          </a:p>
          <a:p>
            <a:r>
              <a:t>Side-by-side listings from top brokers with direct purchase links.</a:t>
            </a:r>
          </a:p>
          <a:p>
            <a:r>
              <a:t>Users complete purchases directly on partner platforms—no data captured by 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Secondary ticket market projected to exceed $15 billion by 2026.</a:t>
            </a:r>
          </a:p>
          <a:p>
            <a:r>
              <a:t>Growing demand for simplified, user-first platforms.</a:t>
            </a:r>
          </a:p>
          <a:p>
            <a:r>
              <a:t>Ideal time for strategic partnerships to increase reach and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Partner With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Equal visibility for all brokers—no preferential placements.</a:t>
            </a:r>
          </a:p>
          <a:p>
            <a:r>
              <a:t>We never collect buyer data—your customer remains yours.</a:t>
            </a:r>
          </a:p>
          <a:p>
            <a:r>
              <a:t>Zero transaction interference—our links lead directly to your checkout.</a:t>
            </a:r>
          </a:p>
          <a:p>
            <a:r>
              <a:t>We only earn a commission when we drive a sale—no upfront costs.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Affiliate-based revenue from partner referrals.</a:t>
            </a:r>
          </a:p>
          <a:p>
            <a:r>
              <a:t>Ad placements and premium partnership options available.</a:t>
            </a:r>
          </a:p>
          <a:p>
            <a:r>
              <a:t>Scalable architecture ready for expansion into global markets.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React-based front end with Flask API backend.</a:t>
            </a:r>
          </a:p>
          <a:p>
            <a:r>
              <a:t>Designed for modular integration with partner APIs (Ticketmaster, StubHub, etc.).</a:t>
            </a:r>
          </a:p>
          <a:p>
            <a:r>
              <a:t>Secure and optimized for performance across devices.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Keith Bacon – Founder &amp; Visionary | Background in education, leadership, and development.</a:t>
            </a:r>
          </a:p>
          <a:p>
            <a:r>
              <a:t>Supported by expert consultants in web development, UX/UI, and data architecture.</a:t>
            </a:r>
          </a:p>
          <a:p>
            <a:r>
              <a:t>Driven by a passion for sports, innovation, and accessibility.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Let’s Build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SeatSearchPro MVP is ready—we’d love to walk you through a live demo.</a:t>
            </a:r>
          </a:p>
          <a:p>
            <a:r>
              <a:t>5% referral commission per completed sale.</a:t>
            </a:r>
          </a:p>
          <a:p>
            <a:r>
              <a:t>All we need: API or deep-link access to your listings for real-time pricing.</a:t>
            </a:r>
          </a:p>
          <a:p>
            <a:r>
              <a:t>Contact: keith@seatsearchpro.com | (951) 567-0684 | seatsearchpro.com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